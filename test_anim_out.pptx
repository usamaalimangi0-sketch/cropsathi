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4572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Hello Animated World</a:t>
            </a:r>
          </a:p>
        </p:txBody>
      </p:sp>
    </p:spTree>
  </p:cSld>
  <p:clrMapOvr>
    <a:masterClrMapping/>
  </p:clrMapOvr>
  <p:timing>
    <p:tnLst>
      <p:par>
        <p:cTn id="1" dur="indefinite" restart="always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/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50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